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EPD_ControlCabinet (master .blend). Discussion concept for Electronic Power Design;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Electronic Power Design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Prepared wiring for paralleling and control equipment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Evaluate repeatable control wiring in paralleling and control sections against your schedules, devices and production sequence.</a:t>
            </a:r>
          </a:p>
        </p:txBody>
      </p:sp>
      <p:pic>
        <p:nvPicPr>
          <p:cNvPr id="9" name="Render_EPD_ControlCabinet" descr="EPD_ControlCab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H="1">
            <a:off x="6121667" y="3872603"/>
            <a:ext cx="855799" cy="158600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6089663" y="542660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6854022" y="374915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5218085" y="3762875"/>
            <a:ext cx="1603932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5272949" y="3762875"/>
            <a:ext cx="14942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Schedule-driven conductors</a:t>
            </a:r>
          </a:p>
        </p:txBody>
      </p:sp>
      <p:cxnSp>
        <p:nvCxnSpPr>
          <p:cNvPr id="15" name="Callout_2_Leader"/>
          <p:cNvCxnSpPr/>
          <p:nvPr/>
        </p:nvCxnSpPr>
        <p:spPr>
          <a:xfrm flipV="1">
            <a:off x="1712122" y="4111340"/>
            <a:ext cx="1645345" cy="326523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325463" y="407933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1588678" y="431441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1867570" y="4328135"/>
            <a:ext cx="1957974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1922434" y="4328135"/>
            <a:ext cx="184824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Device and terminal-block landings</a:t>
            </a:r>
          </a:p>
        </p:txBody>
      </p:sp>
      <p:cxnSp>
        <p:nvCxnSpPr>
          <p:cNvPr id="20" name="Callout_3_Leader"/>
          <p:cNvCxnSpPr/>
          <p:nvPr/>
        </p:nvCxnSpPr>
        <p:spPr>
          <a:xfrm flipV="1">
            <a:off x="4837358" y="5158152"/>
            <a:ext cx="178619" cy="1163912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4983973" y="5126148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4713914" y="6198620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3306014" y="6212336"/>
            <a:ext cx="137589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3360878" y="6212336"/>
            <a:ext cx="12661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Kits grouped by section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Schedule-driven conductors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Conductors cut, stripped, ferruled and marked from the wiring schedule, ready for termination at the panel.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Device and terminal-block landings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Preparation matched to the devices and terminal types used, following your termination practices.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Kits grouped by section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Kits packed per section or build step to fit the production sequence and limit sorting at the panel.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Evaluate one wiring schedule from a recent paralleling or control section and select a pilot assembly for comparison with the current process.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