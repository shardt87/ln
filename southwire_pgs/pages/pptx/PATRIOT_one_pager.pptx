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PATRIOT_Terminations (master .blend). Discussion concept for Patriot Switchgear;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Patriot Switchgear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F2A33"/>
                </a:solidFill>
                <a:latin typeface="Arial"/>
              </a:rPr>
              <a:t>Evaluating repetitive wire preparation in production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Compare in-house cut, strip, ferrule and marking steps with conductors that arrive prepared for the terminals you use.</a:t>
            </a:r>
          </a:p>
        </p:txBody>
      </p:sp>
      <p:pic>
        <p:nvPicPr>
          <p:cNvPr id="9" name="Render_PATRIOT_Terminations" descr="PATRIOT_Termin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 flipH="1">
            <a:off x="4105874" y="2789188"/>
            <a:ext cx="2158223" cy="376407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4073870" y="3133591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6140653" y="266574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4618941" y="2679460"/>
            <a:ext cx="1489708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4673805" y="2679460"/>
            <a:ext cx="13799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Identification at both ends</a:t>
            </a:r>
          </a:p>
        </p:txBody>
      </p:sp>
      <p:cxnSp>
        <p:nvCxnSpPr>
          <p:cNvPr id="15" name="Callout_2_Leader"/>
          <p:cNvCxnSpPr/>
          <p:nvPr/>
        </p:nvCxnSpPr>
        <p:spPr>
          <a:xfrm flipH="1">
            <a:off x="3703328" y="5615488"/>
            <a:ext cx="2628709" cy="33685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3671324" y="5617169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6208593" y="549204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4284505" y="5505760"/>
            <a:ext cx="1892083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4339369" y="5505760"/>
            <a:ext cx="178235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Prepared ends for terminal blocks</a:t>
            </a:r>
          </a:p>
        </p:txBody>
      </p:sp>
      <p:cxnSp>
        <p:nvCxnSpPr>
          <p:cNvPr id="20" name="Callout_3_Leader"/>
          <p:cNvCxnSpPr/>
          <p:nvPr/>
        </p:nvCxnSpPr>
        <p:spPr>
          <a:xfrm>
            <a:off x="1304483" y="3825498"/>
            <a:ext cx="1755802" cy="763840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3028281" y="4557334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1181039" y="370205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1459931" y="3715770"/>
            <a:ext cx="1567668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1514795" y="3715770"/>
            <a:ext cx="14579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Lengths set by duct routing</a:t>
            </a:r>
          </a:p>
        </p:txBody>
      </p:sp>
      <p:sp>
        <p:nvSpPr>
          <p:cNvPr id="25" name="Legend_Box"/>
          <p:cNvSpPr/>
          <p:nvPr/>
        </p:nvSpPr>
        <p:spPr>
          <a:xfrm>
            <a:off x="525780" y="5871789"/>
            <a:ext cx="2395728" cy="585216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580644" y="5954085"/>
            <a:ext cx="201168" cy="64008"/>
          </a:xfrm>
          <a:prstGeom prst="rect">
            <a:avLst/>
          </a:prstGeom>
          <a:solidFill>
            <a:srgbClr val="2E6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854964" y="5908365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Control wiring (presentation blue)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580644" y="6109533"/>
            <a:ext cx="201168" cy="6400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854964" y="6063813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Grounding / bonding</a:t>
            </a:r>
          </a:p>
        </p:txBody>
      </p:sp>
      <p:sp>
        <p:nvSpPr>
          <p:cNvPr id="30" name="Legend_Note"/>
          <p:cNvSpPr txBox="1"/>
          <p:nvPr/>
        </p:nvSpPr>
        <p:spPr>
          <a:xfrm>
            <a:off x="580644" y="6237549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1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2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4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Identification at both ends</a:t>
            </a:r>
          </a:p>
        </p:txBody>
      </p:sp>
      <p:sp>
        <p:nvSpPr>
          <p:cNvPr id="35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Markers printed to the wire list so each conductor can be checked against the schedule at installation.</a:t>
            </a:r>
          </a:p>
        </p:txBody>
      </p:sp>
      <p:sp>
        <p:nvSpPr>
          <p:cNvPr id="36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7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Prepared ends for terminal blocks</a:t>
            </a:r>
          </a:p>
        </p:txBody>
      </p:sp>
      <p:sp>
        <p:nvSpPr>
          <p:cNvPr id="38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Strip lengths and ferrules selected for the terminal types used, subject to your termination standards.</a:t>
            </a:r>
          </a:p>
        </p:txBody>
      </p:sp>
      <p:sp>
        <p:nvSpPr>
          <p:cNvPr id="39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0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Lengths set by duct routing</a:t>
            </a:r>
          </a:p>
        </p:txBody>
      </p:sp>
      <p:sp>
        <p:nvSpPr>
          <p:cNvPr id="41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Lengths based on the routing through wire duct, keeping installation consistent from build to build.</a:t>
            </a:r>
          </a:p>
        </p:txBody>
      </p:sp>
      <p:sp>
        <p:nvSpPr>
          <p:cNvPr id="42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3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4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5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48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Compare current preparation steps with a proposed kit for one compartment, using the same wiring schedule and terminal set.</a:t>
            </a:r>
          </a:p>
        </p:txBody>
      </p:sp>
      <p:sp>
        <p:nvSpPr>
          <p:cNvPr id="49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0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1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