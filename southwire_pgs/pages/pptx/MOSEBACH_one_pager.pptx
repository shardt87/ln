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MOSEBACH_LoadBankTest (master .blend). Discussion concept for Mosebach Load Banks;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Mosebach Load Banks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Repeatable generator-testing connection sets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Review the lead sets used to connect generators to load banks for testing, including handling, storage and replacement.</a:t>
            </a:r>
          </a:p>
        </p:txBody>
      </p:sp>
      <p:pic>
        <p:nvPicPr>
          <p:cNvPr id="9" name="Render_MOSEBACH_LoadBankTest" descr="MOSEBACH_LoadBan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V="1">
            <a:off x="4225899" y="4911631"/>
            <a:ext cx="774610" cy="892277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4968505" y="4879627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4102455" y="568046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4381347" y="5694180"/>
            <a:ext cx="165190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4436211" y="5694180"/>
            <a:ext cx="154217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Generator-to-load-bank leads</a:t>
            </a:r>
          </a:p>
        </p:txBody>
      </p:sp>
      <p:cxnSp>
        <p:nvCxnSpPr>
          <p:cNvPr id="15" name="Callout_2_Leader"/>
          <p:cNvCxnSpPr/>
          <p:nvPr/>
        </p:nvCxnSpPr>
        <p:spPr>
          <a:xfrm>
            <a:off x="6603796" y="3260238"/>
            <a:ext cx="238611" cy="1193296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6810403" y="4421530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480352" y="313679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5162480" y="3150510"/>
            <a:ext cx="128586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5217344" y="3150510"/>
            <a:ext cx="11761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Configurable test load</a:t>
            </a:r>
          </a:p>
        </p:txBody>
      </p:sp>
      <p:cxnSp>
        <p:nvCxnSpPr>
          <p:cNvPr id="20" name="Callout_3_Leader"/>
          <p:cNvCxnSpPr/>
          <p:nvPr/>
        </p:nvCxnSpPr>
        <p:spPr>
          <a:xfrm>
            <a:off x="2527401" y="2789188"/>
            <a:ext cx="1358374" cy="1015557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3853771" y="3772741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2403957" y="266574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2682849" y="2679460"/>
            <a:ext cx="173592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2737713" y="2679460"/>
            <a:ext cx="162619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Lead-set storage and transport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871789"/>
            <a:ext cx="2395728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0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1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2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Generator-to-load-bank leads</a:t>
            </a:r>
          </a:p>
        </p:txBody>
      </p:sp>
      <p:sp>
        <p:nvSpPr>
          <p:cNvPr id="35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Portable sets with connectors, lengths and identification matched to the load bank connection panel and typical site layouts.</a:t>
            </a:r>
          </a:p>
        </p:txBody>
      </p:sp>
      <p:sp>
        <p:nvSpPr>
          <p:cNvPr id="36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Configurable test load</a:t>
            </a:r>
          </a:p>
        </p:txBody>
      </p:sp>
      <p:sp>
        <p:nvSpPr>
          <p:cNvPr id="38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The load bank is a configurable test load, connected through a dedicated port, not to facility loads.</a:t>
            </a:r>
          </a:p>
        </p:txBody>
      </p:sp>
      <p:sp>
        <p:nvSpPr>
          <p:cNvPr id="39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Lead-set storage and transport</a:t>
            </a:r>
          </a:p>
        </p:txBody>
      </p:sp>
      <p:sp>
        <p:nvSpPr>
          <p:cNvPr id="41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Coiled sets, labels and inspection records kept together for repeated deployments, with a defined point for retiring worn leads.</a:t>
            </a:r>
          </a:p>
        </p:txBody>
      </p:sp>
      <p:sp>
        <p:nvSpPr>
          <p:cNvPr id="42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3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4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5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48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Review duty, ratings, connectors and replacement needs for one load-bank lead set.</a:t>
            </a:r>
          </a:p>
        </p:txBody>
      </p:sp>
      <p:sp>
        <p:nvSpPr>
          <p:cNvPr id="49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0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1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