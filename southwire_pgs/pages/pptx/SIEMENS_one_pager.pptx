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SIEMENS_SkidBoundaries (master .blend). Discussion concept for Siemens Industry;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Siemens Industry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>
                <a:solidFill>
                  <a:srgbClr val="1F2A33"/>
                </a:solidFill>
                <a:latin typeface="Arial"/>
              </a:rPr>
              <a:t>Defining interconnections for modular electrical skids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Clarify which connections are completed in the factory and which are made after the sections are placed onsite.</a:t>
            </a:r>
          </a:p>
        </p:txBody>
      </p:sp>
      <p:pic>
        <p:nvPicPr>
          <p:cNvPr id="9" name="Render_SIEMENS_SkidBoundaries" descr="SIEMENS_Skid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>
            <a:off x="1304483" y="2789188"/>
            <a:ext cx="2508862" cy="655716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3781341" y="3412900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1181039" y="266574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1459931" y="2679460"/>
            <a:ext cx="1675938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514795" y="2679460"/>
            <a:ext cx="156621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Factory-installed connections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>
            <a:off x="3488271" y="2318138"/>
            <a:ext cx="58229" cy="1595920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3456267" y="3882054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3423056" y="219469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3701948" y="2208410"/>
            <a:ext cx="1387653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3756812" y="2208410"/>
            <a:ext cx="127792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Shipping-split boundary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>
            <a:off x="6690222" y="2883398"/>
            <a:ext cx="287244" cy="1481719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6658218" y="4333113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6854022" y="275995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5092222" y="2773670"/>
            <a:ext cx="1729795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5147086" y="2773670"/>
            <a:ext cx="162006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Site cable entry and grounding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716341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798637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752917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D8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Completed onsite (presentation amber)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Factory-installed connections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Cables routed and terminated within each section and checked before shipment, per the agreed plan.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Shipping-split boundary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Split-crossing cables prepared, identified and staged to match the reconnection sequence.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Site cable entry and grounding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External feeders, cable transits and grounding pads defined as a clear site interface, with ownership agreed for each item.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Review one skid interface and its installation sequence to identify which interconnections could be prepared in advance.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