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INPOWER_Docking (master .blend). Discussion concept for InPower;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InPower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Generator docking and connection sets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Review portable lead sets and internal docking-station wiring as coordinated, identified connection packages.</a:t>
            </a:r>
          </a:p>
        </p:txBody>
      </p:sp>
      <p:pic>
        <p:nvPicPr>
          <p:cNvPr id="9" name="Render_INPOWER_Docking" descr="INPOWER_Do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V="1">
            <a:off x="1168603" y="5012624"/>
            <a:ext cx="1391639" cy="697074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2528238" y="4980620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045159" y="55862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324051" y="5599970"/>
            <a:ext cx="1070280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378915" y="5599970"/>
            <a:ext cx="96055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Portable lead sets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4905545" y="3260238"/>
            <a:ext cx="1562371" cy="74650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4873541" y="397473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344472" y="313679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4582783" y="3150510"/>
            <a:ext cx="1729685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4637647" y="3150510"/>
            <a:ext cx="161995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Docking-station internal wiring</a:t>
            </a:r>
          </a:p>
        </p:txBody>
      </p:sp>
      <p:cxnSp>
        <p:nvCxnSpPr>
          <p:cNvPr id="20" name="Callout_3_Leader"/>
          <p:cNvCxnSpPr/>
          <p:nvPr/>
        </p:nvCxnSpPr>
        <p:spPr>
          <a:xfrm>
            <a:off x="1848002" y="3260238"/>
            <a:ext cx="2300559" cy="796282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4116557" y="4024516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1724558" y="313679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2003450" y="3150510"/>
            <a:ext cx="1723841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2058314" y="3150510"/>
            <a:ext cx="1614113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Generator and load-bank ports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871789"/>
            <a:ext cx="2395728" cy="585216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0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1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2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4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Portable lead sets</a:t>
            </a:r>
          </a:p>
        </p:txBody>
      </p:sp>
      <p:sp>
        <p:nvSpPr>
          <p:cNvPr id="35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Single-conductor sets built to length, with connectors and matching identification at both ends, stored as complete sets.</a:t>
            </a:r>
          </a:p>
        </p:txBody>
      </p:sp>
      <p:sp>
        <p:nvSpPr>
          <p:cNvPr id="36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7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Docking-station internal wiring</a:t>
            </a:r>
          </a:p>
        </p:txBody>
      </p:sp>
      <p:sp>
        <p:nvSpPr>
          <p:cNvPr id="38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Prepared conductors between receptacles, bus and disconnect, matched to the enclosure layout and installed as a kit.</a:t>
            </a:r>
          </a:p>
        </p:txBody>
      </p:sp>
      <p:sp>
        <p:nvSpPr>
          <p:cNvPr id="39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Generator and load-bank ports</a:t>
            </a:r>
          </a:p>
        </p:txBody>
      </p:sp>
      <p:sp>
        <p:nvSpPr>
          <p:cNvPr id="41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Separate generator-input and load-bank ports, with the facility feed treated as a fixed interface.</a:t>
            </a:r>
          </a:p>
        </p:txBody>
      </p:sp>
      <p:sp>
        <p:nvSpPr>
          <p:cNvPr id="42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3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4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5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48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Review one connection configuration, including ratings, connectors, lead lengths and storage, as a candidate package.</a:t>
            </a:r>
          </a:p>
        </p:txBody>
      </p:sp>
      <p:sp>
        <p:nvSpPr>
          <p:cNvPr id="49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0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1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