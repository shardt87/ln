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WESCO_StagedSupply (master .blend). Discussion concept for Wesco;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Wesco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Cable packages aligned with the build sequence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Explore a coordinated supply approach where cable, reels and kits are staged to match the equipment build or installation sequence.</a:t>
            </a:r>
          </a:p>
        </p:txBody>
      </p:sp>
      <p:pic>
        <p:nvPicPr>
          <p:cNvPr id="9" name="Render_WESCO_StagedSupply" descr="WESCO_StagedSu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>
            <a:off x="1304483" y="2412348"/>
            <a:ext cx="969143" cy="895358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2241622" y="3275702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1181039" y="228890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459931" y="2302620"/>
            <a:ext cx="1177909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514795" y="2302620"/>
            <a:ext cx="1068181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Equipment modules</a:t>
            </a:r>
          </a:p>
        </p:txBody>
      </p:sp>
      <p:cxnSp>
        <p:nvCxnSpPr>
          <p:cNvPr id="15" name="Callout_2_Leader"/>
          <p:cNvCxnSpPr/>
          <p:nvPr/>
        </p:nvCxnSpPr>
        <p:spPr>
          <a:xfrm flipH="1" flipV="1">
            <a:off x="2312808" y="4438037"/>
            <a:ext cx="893992" cy="1271661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2280804" y="4406033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3083356" y="558625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3362248" y="5599970"/>
            <a:ext cx="1274263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3417112" y="5599970"/>
            <a:ext cx="1164535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Labeled reels and kits</a:t>
            </a:r>
          </a:p>
        </p:txBody>
      </p:sp>
      <p:cxnSp>
        <p:nvCxnSpPr>
          <p:cNvPr id="20" name="Callout_3_Leader"/>
          <p:cNvCxnSpPr/>
          <p:nvPr/>
        </p:nvCxnSpPr>
        <p:spPr>
          <a:xfrm flipV="1">
            <a:off x="4701479" y="4894973"/>
            <a:ext cx="558895" cy="1191566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5228370" y="4862969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4578035" y="5963095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4856927" y="5976811"/>
            <a:ext cx="1034327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4911791" y="5976811"/>
            <a:ext cx="9245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Staged deliveries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5871789"/>
            <a:ext cx="2395728" cy="585216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5954085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5908365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6109533"/>
            <a:ext cx="201168" cy="64008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6063813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Completed onsite (presentation amber)</a:t>
            </a:r>
          </a:p>
        </p:txBody>
      </p:sp>
      <p:sp>
        <p:nvSpPr>
          <p:cNvPr id="30" name="Legend_Note"/>
          <p:cNvSpPr txBox="1"/>
          <p:nvPr/>
        </p:nvSpPr>
        <p:spPr>
          <a:xfrm>
            <a:off x="580644" y="623754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1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2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Equipment modules</a:t>
            </a:r>
          </a:p>
        </p:txBody>
      </p:sp>
      <p:sp>
        <p:nvSpPr>
          <p:cNvPr id="35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Each module or shipping section tied to its own cable and kit list, drawn from the equipment and installation drawings.</a:t>
            </a:r>
          </a:p>
        </p:txBody>
      </p:sp>
      <p:sp>
        <p:nvSpPr>
          <p:cNvPr id="36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7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Labeled reels and kits</a:t>
            </a:r>
          </a:p>
        </p:txBody>
      </p:sp>
      <p:sp>
        <p:nvSpPr>
          <p:cNvPr id="38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Reels and kits identified to the program, section and installation step, so material can be checked on arrival.</a:t>
            </a:r>
          </a:p>
        </p:txBody>
      </p:sp>
      <p:sp>
        <p:nvSpPr>
          <p:cNvPr id="39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Staged deliveries</a:t>
            </a:r>
          </a:p>
        </p:txBody>
      </p:sp>
      <p:sp>
        <p:nvSpPr>
          <p:cNvPr id="41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Deliveries planned against the build or installation sequence rather than one bulk shipment.</a:t>
            </a:r>
          </a:p>
        </p:txBody>
      </p:sp>
      <p:sp>
        <p:nvSpPr>
          <p:cNvPr id="42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3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4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5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48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Identify one customer program where a coordinated supply approach could be evaluated.</a:t>
            </a:r>
          </a:p>
        </p:txBody>
      </p:sp>
      <p:sp>
        <p:nvSpPr>
          <p:cNvPr id="49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0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1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