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TAYLOR_GenKits (master .blend). Discussion concept for Taylor Power Systems;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Taylor Power Systems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Repeatable wiring packages for generator production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Evaluate whether power leads and control wiring for recurring builds could arrive prepared, identified and grouped for the assembly line.</a:t>
            </a:r>
          </a:p>
        </p:txBody>
      </p:sp>
      <p:pic>
        <p:nvPicPr>
          <p:cNvPr id="9" name="Render_TAYLOR_GenKits" descr="TAYLOR_GenK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>
            <a:off x="1168603" y="4767598"/>
            <a:ext cx="1123902" cy="350979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2260501" y="5086573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1045159" y="464415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1324051" y="4657870"/>
            <a:ext cx="87819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1378915" y="4657870"/>
            <a:ext cx="7684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Power-lead kit</a:t>
            </a:r>
          </a:p>
        </p:txBody>
      </p:sp>
      <p:cxnSp>
        <p:nvCxnSpPr>
          <p:cNvPr id="15" name="Callout_2_Leader"/>
          <p:cNvCxnSpPr/>
          <p:nvPr/>
        </p:nvCxnSpPr>
        <p:spPr>
          <a:xfrm flipH="1">
            <a:off x="3458389" y="4767598"/>
            <a:ext cx="3009527" cy="447422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3426385" y="5183016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6344472" y="464415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5374503" y="4657870"/>
            <a:ext cx="937965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5429367" y="4657870"/>
            <a:ext cx="82823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Control-wire kit</a:t>
            </a:r>
          </a:p>
        </p:txBody>
      </p:sp>
      <p:cxnSp>
        <p:nvCxnSpPr>
          <p:cNvPr id="20" name="Callout_3_Leader"/>
          <p:cNvCxnSpPr/>
          <p:nvPr/>
        </p:nvCxnSpPr>
        <p:spPr>
          <a:xfrm flipH="1" flipV="1">
            <a:off x="2176214" y="5355659"/>
            <a:ext cx="215307" cy="872195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2144210" y="5323655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2268077" y="6104410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2546969" y="6118126"/>
            <a:ext cx="155580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2601833" y="6118126"/>
            <a:ext cx="144607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Build-specific identification</a:t>
            </a:r>
          </a:p>
        </p:txBody>
      </p:sp>
      <p:sp>
        <p:nvSpPr>
          <p:cNvPr id="25" name="Legend_Box"/>
          <p:cNvSpPr/>
          <p:nvPr/>
        </p:nvSpPr>
        <p:spPr>
          <a:xfrm>
            <a:off x="4796028" y="5716341"/>
            <a:ext cx="2395728" cy="740664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4850892" y="5798637"/>
            <a:ext cx="201168" cy="64008"/>
          </a:xfrm>
          <a:prstGeom prst="rect">
            <a:avLst/>
          </a:prstGeom>
          <a:solidFill>
            <a:srgbClr val="2E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5125212" y="5752917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Control wiring (presentation blue)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4850892" y="5954085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5125212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30" name="Legend_Swatch_3"/>
          <p:cNvSpPr/>
          <p:nvPr/>
        </p:nvSpPr>
        <p:spPr>
          <a:xfrm>
            <a:off x="4850892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ext_3"/>
          <p:cNvSpPr txBox="1"/>
          <p:nvPr/>
        </p:nvSpPr>
        <p:spPr>
          <a:xfrm>
            <a:off x="5125212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2" name="Legend_Note"/>
          <p:cNvSpPr txBox="1"/>
          <p:nvPr/>
        </p:nvSpPr>
        <p:spPr>
          <a:xfrm>
            <a:off x="4850892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3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4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Power-lead kit</a:t>
            </a:r>
          </a:p>
        </p:txBody>
      </p:sp>
      <p:sp>
        <p:nvSpPr>
          <p:cNvPr id="37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Leads cut, terminated and labeled to the terminal-box layout of a recurring build, delivered as one set per unit.</a:t>
            </a:r>
          </a:p>
        </p:txBody>
      </p:sp>
      <p:sp>
        <p:nvSpPr>
          <p:cNvPr id="38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Control-wire kit</a:t>
            </a:r>
          </a:p>
        </p:txBody>
      </p:sp>
      <p:sp>
        <p:nvSpPr>
          <p:cNvPr id="40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Conductors grouped by harness or assembly step, with identification at both ends and a packing list that matches the build sheet.</a:t>
            </a:r>
          </a:p>
        </p:txBody>
      </p:sp>
      <p:sp>
        <p:nvSpPr>
          <p:cNvPr id="41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Build-specific identification</a:t>
            </a:r>
          </a:p>
        </p:txBody>
      </p:sp>
      <p:sp>
        <p:nvSpPr>
          <p:cNvPr id="43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Kit labels tied to the build record so material, revision and destination can be checked at the station.</a:t>
            </a:r>
          </a:p>
        </p:txBody>
      </p:sp>
      <p:sp>
        <p:nvSpPr>
          <p:cNvPr id="44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5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6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7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50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Review one recurring build and its wiring requirements. Compare current preparation, installation and rework steps with a proposed kit.</a:t>
            </a:r>
          </a:p>
        </p:txBody>
      </p:sp>
      <p:sp>
        <p:nvSpPr>
          <p:cNvPr id="51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2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3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