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NVENT_EnclosureRouting (master .blend). Discussion concept for nVent;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nVent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>
                <a:solidFill>
                  <a:srgbClr val="1F2A33"/>
                </a:solidFill>
                <a:latin typeface="Arial"/>
              </a:rPr>
              <a:t>Wiring and routing within enclosures and electrical buildings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Evaluate how tray, cable entries and internal connections could be planned and supplied together for an enclosure or building.</a:t>
            </a:r>
          </a:p>
        </p:txBody>
      </p:sp>
      <p:pic>
        <p:nvPicPr>
          <p:cNvPr id="9" name="Render_NVENT_EnclosureRouting" descr="NVENT_Enclosure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304483" y="2694978"/>
            <a:ext cx="1313051" cy="489728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2585530" y="315270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181039" y="257153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459931" y="2585250"/>
            <a:ext cx="1633863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514795" y="2585250"/>
            <a:ext cx="152413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Tray routing and segregation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6399143" y="3071818"/>
            <a:ext cx="578323" cy="1108910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6367139" y="4148724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6854022" y="294837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5355882" y="2962090"/>
            <a:ext cx="146613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5410746" y="2962090"/>
            <a:ext cx="13564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Cable entries and transits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>
            <a:off x="4163898" y="2412348"/>
            <a:ext cx="62001" cy="1055931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4131894" y="3436275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4102455" y="228890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4381347" y="2302620"/>
            <a:ext cx="1777765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4436211" y="2302620"/>
            <a:ext cx="166803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Internal equipment connections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Completed onsite (presentation amber)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Tray routing and segregation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Power and control cables run in separate tray or channel, with routes defined before assembly.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Cable entries and transits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Entry plates and transits matched to the cable counts and sizes in the design, with spare capacity agreed up front.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Internal equipment connections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Equipment drops prepared to length and identified to the connection list, so each landing can be checked against the drawing.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Select one enclosure or building application and define assembly ownership for tray, entries and internal cabling.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