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POWELL_EhouseExploded (master .blend). Discussion concept for Powell;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Powell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F2A33"/>
                </a:solidFill>
                <a:latin typeface="Arial"/>
              </a:rPr>
              <a:t>Interconnection packages for packaged electrical systems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Examine the wiring and interconnections that cross shipping splits and are completed after an electrical building is set.</a:t>
            </a:r>
          </a:p>
        </p:txBody>
      </p:sp>
      <p:pic>
        <p:nvPicPr>
          <p:cNvPr id="9" name="Render_POWELL_EhouseExploded" descr="POWELL_EhouseExpl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1304483" y="2883398"/>
            <a:ext cx="2130631" cy="406523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3403110" y="3257917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1181039" y="27599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459931" y="2773670"/>
            <a:ext cx="1766119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514795" y="2773670"/>
            <a:ext cx="165639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Factory-installed cable and tray</a:t>
            </a:r>
          </a:p>
        </p:txBody>
      </p:sp>
      <p:cxnSp>
        <p:nvCxnSpPr>
          <p:cNvPr id="15" name="Callout_2_Leader"/>
          <p:cNvCxnSpPr/>
          <p:nvPr/>
        </p:nvCxnSpPr>
        <p:spPr>
          <a:xfrm flipV="1">
            <a:off x="3342680" y="4558006"/>
            <a:ext cx="535971" cy="1528533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3846647" y="4526002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3219236" y="5963095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3498128" y="5976811"/>
            <a:ext cx="156223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3552992" y="5976811"/>
            <a:ext cx="14525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Interconnect cable package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>
            <a:off x="4700691" y="2600768"/>
            <a:ext cx="272547" cy="726115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4668687" y="329487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4849794" y="247732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3220031" y="2491040"/>
            <a:ext cx="1597759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3274895" y="2491040"/>
            <a:ext cx="148803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Shipping-split field interface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798637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Completed onsite (presentation amber)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Factory-installed cable and tray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Cables routed and terminated within each shipping section before shipment, per the building design and its interconnection list.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Interconnect cable package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Split-crossing feeders and control cables prepared, identified and packed for the reconnection sequence.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Shipping-split field interface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Tray splices, bonding jumpers and terminations defined so field work follows a known scope and a documented sequence.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Select one electrical package and walk through its interconnection list in an assembly review.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