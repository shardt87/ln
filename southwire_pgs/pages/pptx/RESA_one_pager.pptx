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RESA_TestBoundaries (master .blend). Discussion concept for RESA Power;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RESA Power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50" b="1">
                <a:solidFill>
                  <a:srgbClr val="1F2A33"/>
                </a:solidFill>
                <a:latin typeface="Arial"/>
              </a:rPr>
              <a:t>Cable assemblies coordinated with acceptance testing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Align cable preparation, factory testing and field acceptance testing at a defined equipment connection.</a:t>
            </a:r>
          </a:p>
        </p:txBody>
      </p:sp>
      <p:pic>
        <p:nvPicPr>
          <p:cNvPr id="9" name="Render_RESA_TestBoundaries" descr="RESA_Test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H="1" flipV="1">
            <a:off x="5467223" y="4693022"/>
            <a:ext cx="1510243" cy="545626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5435219" y="4661018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6854022" y="511520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5356076" y="5128920"/>
            <a:ext cx="146594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5410940" y="5128920"/>
            <a:ext cx="135621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Factory-tested equipment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>
            <a:off x="4031954" y="2412348"/>
            <a:ext cx="193945" cy="1308728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3999950" y="368907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4102455" y="228890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4381347" y="2302620"/>
            <a:ext cx="164599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4436211" y="2302620"/>
            <a:ext cx="153626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Site-installed cable boundary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 flipV="1">
            <a:off x="3854030" y="4368490"/>
            <a:ext cx="32170" cy="1859364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3822026" y="4336486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3762756" y="6104410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4041648" y="6118126"/>
            <a:ext cx="1400151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4096511" y="6118126"/>
            <a:ext cx="1290423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Field acceptance testing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716341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798637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752917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Completed onsite (presentation amber)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Factory-tested equipment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Transformer and switchgear terminations as delivered, with their factory test records and documented connection points.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Site-installed cable boundary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Cables and terminations installed onsite, prepared and identified for the defined connection points.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Field acceptance testing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Test methods, responsibilities and records agreed before installation rather than after, so results can be traced to each cable.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Define one application, the responsibilities at each boundary and the acceptance criteria for the cable connection.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