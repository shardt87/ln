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ASCO_TransferInterface (master .blend). Discussion concept for Schneider Electric / ASCO;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Schneider Electric / ASCO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Defining scope at transfer-equipment interfaces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Clarify factory-supplied and installer-supplied connections at the normal-source, generator-source and load terminals. Open-transition switch shown; sources are not paralleled.</a:t>
            </a:r>
          </a:p>
        </p:txBody>
      </p:sp>
      <p:pic>
        <p:nvPicPr>
          <p:cNvPr id="9" name="Render_ASCO_TransferInterface" descr="ASCO_Transfer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>
            <a:off x="1304483" y="3260238"/>
            <a:ext cx="2668626" cy="671625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3941105" y="3899859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1181039" y="313679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1459931" y="3150510"/>
            <a:ext cx="1513946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1514795" y="3150510"/>
            <a:ext cx="140421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Normal-source connection</a:t>
            </a:r>
          </a:p>
        </p:txBody>
      </p:sp>
      <p:cxnSp>
        <p:nvCxnSpPr>
          <p:cNvPr id="15" name="Callout_2_Leader"/>
          <p:cNvCxnSpPr/>
          <p:nvPr/>
        </p:nvCxnSpPr>
        <p:spPr>
          <a:xfrm flipV="1">
            <a:off x="1304483" y="5050793"/>
            <a:ext cx="2518928" cy="470485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3791407" y="5018789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1181039" y="539783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1459931" y="5411550"/>
            <a:ext cx="1657958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1514795" y="5411550"/>
            <a:ext cx="154823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Generator-source connection</a:t>
            </a:r>
          </a:p>
        </p:txBody>
      </p:sp>
      <p:cxnSp>
        <p:nvCxnSpPr>
          <p:cNvPr id="20" name="Callout_3_Leader"/>
          <p:cNvCxnSpPr/>
          <p:nvPr/>
        </p:nvCxnSpPr>
        <p:spPr>
          <a:xfrm flipH="1">
            <a:off x="4412895" y="4437863"/>
            <a:ext cx="2055021" cy="69047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4380891" y="4474906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6344472" y="4314419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5302539" y="4328135"/>
            <a:ext cx="1009929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5357403" y="4328135"/>
            <a:ext cx="900201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Load connection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716341"/>
            <a:ext cx="2395728" cy="740664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798637"/>
            <a:ext cx="201168" cy="64008"/>
          </a:xfrm>
          <a:prstGeom prst="rect">
            <a:avLst/>
          </a:prstGeom>
          <a:solidFill>
            <a:srgbClr val="2E6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752917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Control wiring (presentation blue)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30" name="Legend_Swatch_3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gend_Text_3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2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3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4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Normal-source connection</a:t>
            </a:r>
          </a:p>
        </p:txBody>
      </p:sp>
      <p:sp>
        <p:nvSpPr>
          <p:cNvPr id="37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Document lug, conductor and entry details so installer-supplied cable can be specified and prepared consistently.</a:t>
            </a:r>
          </a:p>
        </p:txBody>
      </p:sp>
      <p:sp>
        <p:nvSpPr>
          <p:cNvPr id="38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Generator-source connection</a:t>
            </a:r>
          </a:p>
        </p:txBody>
      </p:sp>
      <p:sp>
        <p:nvSpPr>
          <p:cNvPr id="40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Evaluate prepared generator feeders and a separately routed engine-start control cable as one defined package.</a:t>
            </a:r>
          </a:p>
        </p:txBody>
      </p:sp>
      <p:sp>
        <p:nvSpPr>
          <p:cNvPr id="41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Load connection</a:t>
            </a:r>
          </a:p>
        </p:txBody>
      </p:sp>
      <p:sp>
        <p:nvSpPr>
          <p:cNvPr id="43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Confirm which load and neutral terminations are factory-supplied and which are completed by the installer.</a:t>
            </a:r>
          </a:p>
        </p:txBody>
      </p:sp>
      <p:sp>
        <p:nvSpPr>
          <p:cNvPr id="44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5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6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7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50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Establish factory-supplied versus installer-supplied scope for one transfer-switch configuration and identify where a cable package could help.</a:t>
            </a:r>
          </a:p>
        </p:txBody>
      </p:sp>
      <p:sp>
        <p:nvSpPr>
          <p:cNvPr id="51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2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3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