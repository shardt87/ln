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1.24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1.24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Invenergy is a priority Anixter is already working: Calumet County in Wisconsin, Sycamore Riverside in Indiana and North Royal in Texas, about 2.4 gigawatts and 14 million dollars of gross cable in the register, all announced with no EPC named yet.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 teams.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 call on. Powell Industries is an Anixter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