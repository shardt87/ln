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section is gas-fired power generation only: combined cycle, simple cycle, reciprocating engines and modular gas power. It excludes renewables, storage, nuclear, transmission and data-center facility wiring.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Wire and cable content runs about 8 to 13 million dollars per GW. 93.7 GW times 8 million is about 750 million; times 13 million is about 1.22 billion. The high end matches the roughly 1.2 billion dollars in Southwire's project model on the next slide. Even at the high end, cable is under one percent of plant cost, about 0.7 percent,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1.2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roughly 1.2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strategy shortlist: seven pursuits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Entergy is the largest single utility program in the register: 16 gas units, about 14 GW gross across Louisiana, Texas, Mississippi and Arkansas, with about 84 million dollars of gross cable. 5.8 GW is already under construction, including the Richland Parish build for Meta’s Hyperion data center. A Sargent &amp; Lundy, TIC and Mitsubishi Power consortium is named on eight units, so the question is who buys balance-of-plant and field cable inside that scope.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386 new gas generation projects across 40 states and every owner type, with seven priority pursuits that each have a named constructor and a next check, and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