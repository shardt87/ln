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months ago Southwire set up Power Generation as its own vertical. Today: why gas power is a material channel opportunity, what Southwire has built since March, where Anixter/Wesco and Southwire overlap, and a concrete joint-account working model to leave with.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story on one page. The market: about 378 GW of US gas power in development, 52 GW already under construction. The cable: about 1.2 billion dollars of wire and cable from 2026 to 2035, at 8 to 13 million dollars per GW. The pipeline: Southwire tracks 386 gas projects in 40 states across every owner type. The traction: more than 50 million dollars booked in Q3, 30 million in September alone, and 5 million through Anixter Power Solutions. The ask for today is three joint decisions: the first targets, who owns each account, and the first customer calls.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in this section is gas-fired power generation only: combined cycle, simple cycle, reciprocating engines and modular gas power. It excludes renewables, storage, nuclear, transmission and data-center facility wiring.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Grid Strategies forecasts about 166 GW of US peak load growth by 2030, roughly 90 GW from data centers (it also warns the data-center share may be overstated). Global Energy Monitor counts about 378 GW of US gas power in development and 52 GW under construction. S&amp;P Global reported quotes of five to seven years for some large turbine models. Dispatchable gas is not the only answer, but it is a critical part of the current build cycle. The chart puts it in history: the 2000 to 2004 merchant boom added about 188 GW, 37.6 GW a year, peaking at 57 GW in 2002, while the last decade has run at about 8 GW a year and 2026 is planned at 6.3 GW. Today's 378 GW pipeline would take a boom-scale build to deliver. The historical series is provisional; most years are still to be verified against EIA.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Large-frame turbines are sold out for years, so developers are turning to engines, aeroderivatives and standard modular plants that ship faster. That modular wave is where package builders, and the cable inside their packages, come in. VoltaGrid is the clearest example: a modular gas platform built on 20 MW reciprocating nodes, a 2.3 GW agreement with Oracle for Texas AI data centers, 1 GW with Vantage Data Centers, and a 1 billion dollar raise from Blackstone and Halliburton in May 2026. VoltaGrid is also one of the package builders on our joint target list. Bars are to scale at 7.5 px per GW; backlog definitions differ by OEM.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sizes the market opportunity in a conservative planning scenario. Of the 378 GW reported pipeline, we take 90 percent of the 52 GW under construction and 13.5 percent of the 326 GW in earlier stages, plus 2.9 GW already operating in 2026: about 93.7 GW of modeled additions through 2036. At a blended 1,923 dollars per kW across combined cycle, peakers and gas engines, that is about 180 billion dollars of whole-plant investment. Wire and cable content runs about 8 to 13 million dollars per GW. 93.7 GW times 8 million is about 750 million; times 13 million is about 1.22 billion. The high end matches the roughly 1.2 billion dollars in Southwire's project model on the next slide. Even at the high end, cable is under one percent of plant cost, about 0.7 percent, but it sits on the critical path to first power.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purchase-order view. Core gas cable, priced at 9.06 dollars per kW for combined cycle, 6.79 for simple cycle and 5.44 for engines, then multiplied by addressable share and win probability, comes to about 1.2 billion dollars of purchase orders from 2026 to 2035. 673 million is tied to named projects, peaking at about 165 million in 2028; the remaining 501 million is a future-project allowance with no named projects yet, which carries the curve from 2031 onward. The numbers under each year are modeled purchase-order-year GW equivalents, not installed capacity. OEM internal wiring and HV cable are excluded, so this is a core field-cable view.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September 11 register holds 386 eligible records across 305 site or campus groups, 205.8 GW gross capacity, before probability weighting, with COD 2026 to 2035. 68 percent is announced only; 45.6 GW is under construction and 9.4 GW approved or at EPC notice to proceed. Eligibility does not establish an open cable package, which is why buyer discovery comes first. Bars are to scale at 5 px per GW.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register holds 386 eligible gas projects in 40 states, about 206 GW gross. Texas alone is 55.5 GW, more than a quarter, split almost evenly between IPPs and behind-the-meter campuses. Louisiana, West Virginia, Ohio, Indiana and Pennsylvania follow at 10 to 16 GW each. Two-thirds of the capacity, about 137 GW, is greenfield: new grid-connected plants and data-center campuses. About 69 GW is brownfield, mostly retired coal sites being repowered and expansions at operating plants. The owner split matters for how we sell: IOUs are 60 percent brownfield, so existing site standards and approved vendor lists apply; IPPs and behind-the-meter campuses are mostly greenfield, so the specification is still open. By grid region, ERCOT (47.6 GW), MISO (45.6 GW) and PJM (41.9 GW) lead, which lines up with the priority geography of Texas, Ohio and Indiana. Site classifications are provisional.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gross capacity, before completion probability, GE Vernova (43 GW), Mitsubishi Power (21 GW) and Siemens Energy (18 GW) together carry about 82 GW, 40 percent of the 206 GW register and about three quarters of the capacity where the OEM is known, so Southwire is standardizing around those three. VoltaGrid is shown as a packager: its ABI-1 initial fleet and a Texas power plant are about 1 GW in the model, with the 1.8 GW ABI-1 expansion not yet assessed. Engine and aeroderivative OEMs are smaller here but sell as packages, which is where the channel matters. On the EPC side, Kiewit/TIC leads with about 6.8 GW of primary-role projects due 2027 to 2031; 87 percent of gross capacity has no confirmed constructor, so finding the electrical buyer comes first. Bars are to scale at 12 px per GW.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buying lanes, each with a different question. The package-builder lane is where Anixter/Wesco's channel coverage and Southwire's application support overlap most: internal BOMs repeat, demand is forecastable, and assemblies fit stocking and kitting. Remember the owner split: the owner influences the specification, but an EPC or package builder often buys the cable, so each lane needs its own route. This is a coverage list for joint screening, not a market-share ranking.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top seven of our 17 priority pursuits, from the September strategy shortlist, spanning IPP, IOU and cooperative generation, each with a recorded constructor and the next thing to check. Current status, RFQ access and remaining quantities need buyer confirmation, and Homer City phase allocations are unverified. Ask Anixter/Wesco which of these sites and contractors their branches already serve.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Southwire set up Power Generation as its own vertical in early 2026. We now track 386 new gas generation projects across 40 states and every owner type, with 17 priority pursuits validated at about 200 million dollars of cable potential, and more than 50 million dollars booked in the third quarter, 30 million of it in September alone, and 5 million booked through Anixter Power Solutions in Q3. Confirm the booked figures before the meeting.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Owners care about money: capital cost, return on investment and the risk of missing commercial operation date. The owner's engineer writes the specification and approves vendors on the owner's behalf, and the EPC builds the plant and buys the field cable. Influence also flows back: the owner's engineer and the EPC shape what the owner approves, so Southwire needs to be specified upstream. The key insight for this meeting: cable inside packaged equipment is purchased months before the EPC issues a field-cable RFQ. That earlier entry point runs through package builders, and Anixter/Wesco already serves many of them.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Marc Hall leads the Power Generation vertical and enterprise strategy; he is not presenting today because of a prior customer commitment. Patrick joined as EPC account manager in Kansas City on September 14. Both organizations already call on overlapping package builders, so coordination is the immediate opportunity.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Gas-fired generation now runs to a new brief: start fast, cycle often and keep the grid steady as renewables rise. Large combined cycle plants and modular gas power put different demands on cable, and Southwire covers both.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Southwire built a full plant model: 16 application zones and 75 equipment nodes, numbered on the render. It connects the physical plant to the equipment interfaces, the cable scope and how it is delivered. It is a learning and sales-enablement tool, and it is what we bring to joint customer conversations.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single combined cycle block uses every family of cable we make, from HV XLPE leaving the step-up transformers to thermocouple pairs on the gas turbine. Each system has its own construction, route and standards, which is why one coordinated supplier and one distributor make the job simpler.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application families cover the plant as one connected scope. The X-ray view shows where cable lives; colours are presentation colours, not voltage classifications. Generator export from the turbine hall uses isolated-phase bus or an OEM system, not field cable. A product line card and combined cycle application guide are available as leave-behinds for Anixter/Wesco teams.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families cover the whole plant. For Anixter/Wesco, the point is breadth: one line card covers the EPC's bulk power cable, the OEM's skid wiring and the panel builder's control cable. Confirm voltage ranges and listings against current datasheets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families ship to the North American codes Anixter/Wesco's customers specify, and to IEC for export projects. Confirm each listing against the current product datasheet.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Aeroderivatives, reciprocating engines and containerised gensets bring capacity online in months, not years. Their cabling ships as a kit: designed for the skid, cut and terminated, tested and labelled, then plugged in on site.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modular yard shows the alternative package paths: engine gensets, a packaged turbine, microturbines and fuel cells, all collected through an e-house to the customer's MV interface. Each package carries its own power, control and bonding cable, plus the collection and feeder cable between packages.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Electrical work that arrives ready for the installation plan. Each outcome needs a mechanism, a baseline and an agreed measure: installation hours, shortages, on-time delivery and electrical milestone dates. Material readiness and staged delivery are run with distribution, not around it, which is where Anixter/Wesco is essential.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programs with public evidence and one open question each. Entergy is the largest single utility program in the register: 16 gas units, about 14 GW gross across Louisiana, Texas, Mississippi and Arkansas, with about 84 million dollars of gross cable. 5.8 GW is already under construction, including the Richland Parish build for Meta’s Hyperion data center. A Sargent &amp; Lundy, TIC and Mitsubishi Power consortium is named on eight units, so the question is who buys balance-of-plant and field cable inside that scope. VoltaGrid is the clearest package-builder case: the 2.3 GW Oracle fleet in Texas and a 1.5 GW equipment order of about 300 engines for delivery by 2028. The joint question is where VoltaGrid's internal wiring ends and site collection cable begins, and who buys each.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Cable inside packaged equipment is specified and bought by the module builder, often months before the EPC field-cable RFQ. Three builder types, all of them accounts both Southwire and Anixter/Wesco call on. Powell Industries is an Anixter/Wesco global account and the clearest immediate overlap for a joint account plan. Core ask: one joint account plan per builder, covering who owns the relationship, who stocks and who quotes.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cadence after October 6. Days 0 to 30: exchange account lists and select five to ten projects or builders. Days 31 to 60: joint calls and technical qualification. Days 61 to 90: supply and inventory proposals where qualified. Each stage ends with a written output so the shortlist stays small and actionable.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ask. Three decisions: confirm the first three to five targets in Texas, Ohio and Indiana, with Powell Industries as the obvious first joint account; assign ownership of each account, including stocking and quoting; and book two or three joint meetings with panel builders and OEM packagers before year-end. Why it works: about 378 GW in development and 52 GW under construction; more than 50 million booked in Q3, 30 million in September alone, and 5 million through Anixter Power Solutions in Q3; and both teams already call on the same builders.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Contact: powergen@southwire.com.</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_cover.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_objectiv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_glanc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_divbiz.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_market.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_backlog.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_sizing.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_poyear.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_register.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_heatmap.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_oem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_player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_pipelin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_progres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5_gtm.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6_cover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7_divsol.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8_challen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9_zone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0_overview.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1_scop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2_lineup.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3_detail.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4_standard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5_modkit.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6_modular.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7_service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8_valu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9_divwin.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0_evidenc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1_pack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2_joint.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3_ninety.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4_cta.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5_clos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6_source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