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story on one page. The market: about 378 GW of US gas power in development, 52 GW already under construction. The cable: about 1.2 billion dollars of wire and cable from 2026 to 2035, at 8 to 13 million dollars per GW. The pipeline: Southwire tracks 386 gas projects in 40 states across every owner type. The traction: more than 50 million dollars booked in Q3, 30 million in September alone, and 5 million through Anixter Power Solutions. The ask for today is three joint decisions: the first targets, who owns each account, and the first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 The chart puts it in history: the 2000 to 2004 merchant boom added about 188 GW, 37.6 GW a year, peaking at 57 GW in 2002, while the last decade has run at about 8 GW a year and 2026 is planned at 6.3 GW. Today's 378 GW pipeline would take a boom-scale build to deliver. The historical series is provisional; most years are still to be verified against EIA.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holds 386 eligible gas projects in 40 states, about 206 GW gross. Texas alone is 55.5 GW, more than a quarter, split almost evenly between IPPs and behind-the-meter campuses. Louisiana, West Virginia, Ohio, Indiana and Pennsylvania follow at 10 to 16 GW each. Two-thirds of the capacity, about 137 GW, is greenfield: new grid-connected plants and data-center campuses. About 69 GW is brownfield, mostly retired coal sites being repowered and expansions at operating plants. The owner split matters for how we sell: IOUs are 60 percent brownfield, so existing site standards and approved vendor lists apply; IPPs and behind-the-meter campuses are mostly greenfield, so the specification is still open. By grid region, ERCOT (47.6 GW), MISO (45.6 GW) and PJM (41.9 GW) lead, which lines up with the priority geography of Texas, Ohio and Indiana. Site classifications are provisional.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gross capacity, before completion probability, GE Vernova (43 GW), Mitsubishi Power (21 GW) and Siemens Energy (18 GW) together carry about 82 GW, 40 percent of the 206 GW register and about three quarters of the capacity where the OEM is known, so Southwire is standardizing around those three. The cable share is the same, about 40 percent of the roughly 1.2 billion dollars. VoltaGrid is shown as a packager: its ABI-1 initial fleet and a Texas power plant are about 1 GW in the model, with the 1.8 GW ABI-1 expansion not yet assessed. Engine and aeroderivative OEMs are smaller here but sell as packages, which is where the channel matters. On the EPC side, Kiewit/TIC leads with about 6.8 GW of primary-role projects due 2027 to 2031; 87 percent of gross capacity has no confirmed constructor, so finding the electrical buyer comes first. Bars are to scale at 12 px per GW.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 Remember the owner split: the owner influences the specification, but an EPC or package builder often buys the cable, so each lane needs its own route. This is a coverage list for joint screening, not a market-share ranking.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seven of our 17 priority pursuits, from the September strategy shortlist,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17 priority pursuits validated at about 200 million dollars of cable potential,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gla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hea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