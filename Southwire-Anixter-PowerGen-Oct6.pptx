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At an assumed cable allowance of about 8 dollars per kW, plant-wide wire and cable is 750 million to 1 billion dollars over the period. Cable is under one percent of plant cost,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1.17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