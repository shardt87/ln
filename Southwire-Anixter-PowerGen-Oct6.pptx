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At an assumed cable allowance of about 8 dollars per kW, plant-wide wire and cable is 750 million to 1 billion dollars over the period. Cable is under one percent of plant cost,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nVent is a package builder Anixter/Wesco is already working with: its e-houses and enclosures carry repeat internal wiring that suits kitting and stocking, so the joint question is which programs need cable and whether Southwire can kit to their bill of materials.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