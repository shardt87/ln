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IPP, behind-the-meter and IOU capacity are similar in size, but each is bought differently. Start with capacity, then qualify the buyer, project maturity and remaining package. Behind-the-meter is a supply arrangement, not a pure ownership type, and it is where package builders such as VoltaGrid sit.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Texas leads the selected schedule at 55.5 GW; GEM's broader August total for Texas is 122 GW, with 77 GW data-center dedicated. By grid region, ERCOT, MISO and PJM lead. This lines up with the priority geography of Texas, Ohio and Indiana. For behind-the-meter projects the market indicates location only; it does not prove interconnection.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Southwire's PowerGen model screens 796 source records down to 386 eligible new-gas projects with COD 2026 to 2035, about 206 GW of gross capacity before any probability weighting. At a provisional central cable rate of about 6 dollars per kW, gross cable content is about 1.24 billion dollars. By buyer, IPPs carry about 398 million, behind-the-meter projects 381 million, investor-owned utilities 357 million and co-ops and public power 108 million. Named purchase orders modelled for 2026 to 2035 total about 1.07 billion gross, and 692 million of that, 64.4 percent, falls in 2027 to 2029. These are planning estimates with assumed rates, not validated forecasts.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 gross basis, before completion probability, GE Vernova, Mitsubishi Power and Siemens Energy carry about 496 million dollars, 40 percent of the 1.24 billion total, and three quarters of the content where the OEM is known, so Southwire is standardizing around those three. VoltaGrid is shown as a packager: its Vantage Frontier ABI-1 initial fleet and a Texas power plant carry about 5.8 million dollars of gross cable in the model, with the 1.8 GW ABI-1 expansion not yet assessed. Engine and aeroderivative OEMs are smaller in this model but are sold as packages, which is where the channel matters. 87 percent of gross content has no confirmed constructor, so finding the electrical buyer comes before adding more names to the list. Bars are to scale at 2 px per million dollars.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strategy shortlist: seven pursuits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nVent is a package builder Anixter/Wesco is already working with: its e-houses and enclosures carry repeat internal wiring that suits kitting and stocking, so the joint question is which programs need cable and whether Southwire can kit to their bill of materials.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178 combined cycle projects across 28 states, 17 validated with about 200 million dollars of cable potential,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Zone by zone: turbine and generator hall (generator connections, high-temperature control, fire-resistant instrumentation); step-up and grid connection (HV cable, terminations, earthing, protection fibre); heat recovery and steam cycle (heat-resistant instrumentation, armored control, LV power for valves); auxiliaries and balance of plant (MV for feed and cooling water pumps, VFD motor cable, LV distribution); emergency and DC systems (circuit-integrity cable); control and DCS (shielded multi-pair instrumentation, fieldbus, Ethernet, fibre). Generator export to the GSU is typically isolated-phase bus, not field cable.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egment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geograph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opportuni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plan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