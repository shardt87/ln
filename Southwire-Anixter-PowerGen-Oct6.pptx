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estimated net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At a provisional central cable rate, gross cable content is about 1.24 billion dollars; weighted for completion probability it is about 624 million. Named purchase orders modelled for 2026 to 2035 total about 538 million, and 352 million of that, 65.5 percent, falls in 2027 to 2029. Utility-led generation is 61.5 percent of the weighted content. These are planning estimates with assumed rates and probabilities,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 Vernova, Mitsubishi Power and Siemens Energy account for 54.1 percent of total weighted cable content, so Southwire is standardizing around those three. VoltaGrid is shown as a packager: its Vantage Frontier ABI-1 initial fleet and a Texas power plant carry about 3.7 million dollars of weighted cable in the model, with the 1.8 GW ABI-1 expansion not yet assessed. Engine and aeroderivative OEMs are smaller in this model but are sold as packages, which is where the channel matters. Of the weighted content, 77.2 percent has no confirmed constructor, so finding the electrical buyer comes before adding more names to the list. Bars are to scale at 3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 teams.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 call on. Powell Industries is an Anixter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