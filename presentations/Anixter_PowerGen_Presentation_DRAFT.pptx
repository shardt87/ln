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Set the objective: align Southwire PowerGen and AXE on where growth is, and land one concrete ask. Presenters: Stephan and Marc; Phil and Bob support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agenda quickly. Q&amp;A closes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Refresh the figures from last month's PG call deck. Source each number on the slide before Friday. Placeholders in brackets must be replaced.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Message: gas is the dispatchable foundation; renewables are the intermittent layer, and geothermal, nuclear and other sources sit on top. Bridge to the pipeline: this is why gas projects drive our wire and cable opportunity. Confirm the claims on fastest firm capacity to build with data before Friday.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in the pipeline data and market sizing. Right-hand column is the bridge to the ask: use AXE's target list once we have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this grid with a plant schematic graphic (new slide needed). Zone names and product mapping are draft: confirm with product team. Click through each callout.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categories. Swap in the official one-page PowerGen line card and attach it as a leave-behind.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from the OEM equipment and plant zones work. The EPC column is an addition Marc did not list: cut it if it distracts.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is from Stephan's reply to Marc. Agree with Marc on other expectations of AXE before Friday and add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Phil and Bob help field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87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POWERGEN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Powering the Next Generation of Generation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and Anixter: joint opportunity in traditional power generation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Anixter Global Accounts Meeting  |  Tuesday, October 6,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538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demand outlook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01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10-15 years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508760"/>
            <a:ext cx="502920" cy="50292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4538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pipeline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801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&amp; cable market size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5054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gas plant tour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852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Southwire is strong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37744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560320"/>
            <a:ext cx="502920" cy="50292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5054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line card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2852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PowerGen offering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5570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OEM market overview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3904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mfrs to packagers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2900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611880"/>
            <a:ext cx="502920" cy="50292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5532120" y="35570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partnership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3904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together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PowerGen  |  Anixter Global Accounts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demand is set to climb for 15 years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7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 GW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added US generation demand by 2040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06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83280" y="1371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7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growth from data centers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06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172200" y="1371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7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 yrs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gas plant lead time to COD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driving it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and AI load growth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Electrification, reshoring and industrial demand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Dispatchable capacity needed to firm up renewables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PowerGen  |  Anixter Global Accounts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 is the foundation of the power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234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and wind: variable output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10512" y="1280160"/>
            <a:ext cx="1234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901952" y="1371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Geothermal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1783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Firm, but limited sites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63824" y="1280160"/>
            <a:ext cx="1234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255264" y="1371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Nuclear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55264" y="1783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Firm, long lead times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17136" y="1280160"/>
            <a:ext cx="1234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08576" y="1371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08576" y="1783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hydro, biomass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5294376" cy="1554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580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GAS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566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Dispatchable, on-demand capacity that firms up and balances every other source on the grid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gas is the base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169164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the wind and sun do not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Ramps fast to follow data center and peak 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firm capacity to build at scale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build needs wire and cable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PowerGen  |  Anixter Global Accounts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in queue and the wire &amp; cable prize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 power projects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cycle and peakers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in queue: [XX]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[XX] GW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wire &amp; cable market: $[XX]M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060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463040"/>
            <a:ext cx="457200" cy="45720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traditional PG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Repowering, cogeneration, on-site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108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in queue: [XX]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[XX] GW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wire &amp; cable market: $[XX]M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06040" cy="3200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AXE and Southwire overlap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target accounts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108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target list: [XX] projects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of focus: [list]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bids: [list]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PowerGen  |  Anixter Global Accounts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tour: where Southwire shows up in a gas plant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B2C45"/>
          </a:solidFill>
          <a:ln w="12700">
            <a:solidFill>
              <a:srgbClr val="3449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44752"/>
            <a:ext cx="411480" cy="41148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6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0817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 turbine &amp; generator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/ LV power and control cables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B2C45"/>
          </a:solidFill>
          <a:ln w="12700">
            <a:solidFill>
              <a:srgbClr val="3449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1444752"/>
            <a:ext cx="411480" cy="41148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6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40817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Step-up &amp; switchyard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voltage and grounding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B2C45"/>
          </a:solidFill>
          <a:ln w="12700">
            <a:solidFill>
              <a:srgbClr val="3449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444752"/>
            <a:ext cx="411480" cy="41148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6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40817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of plant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lighting, communications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B2C45"/>
          </a:solidFill>
          <a:ln w="12700">
            <a:solidFill>
              <a:srgbClr val="3449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044952"/>
            <a:ext cx="411480" cy="41148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6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00837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&amp; instrumentation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and control cable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28803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B2C45"/>
          </a:solidFill>
          <a:ln w="12700">
            <a:solidFill>
              <a:srgbClr val="3449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0712" y="3044952"/>
            <a:ext cx="411480" cy="41148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10712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6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00837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gas &amp; auxiliaries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10712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Hazardous-area rated cable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28803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B2C45"/>
          </a:solidFill>
          <a:ln w="12700">
            <a:solidFill>
              <a:srgbClr val="3449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3044952"/>
            <a:ext cx="411480" cy="41148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99632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6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00837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electrical building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99632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Switchgear feeders and MCC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PowerGen  |  Anixter Global Accounts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PowerGen product line card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6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voltage power cable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1463040"/>
            <a:ext cx="411480" cy="41148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11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voltage power cable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011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and instrumentation cable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and bare conductor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46120" y="288036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29000" y="3063240"/>
            <a:ext cx="411480" cy="41148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wire and MC cable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35040" y="288036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063240"/>
            <a:ext cx="411480" cy="41148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6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Specialty and hazardous-area cable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PowerGen  |  Anixter Global Accounts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OEM market: from equipment makers to packagers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 manufacturers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Turbines, generators, switchgear, transformers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offering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for OEM-built equipment and skids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194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7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06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29000" y="1417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packagers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0116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Skid-mounted and modular power systems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834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offering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and pre-terminated solutions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194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7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06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217920" y="1417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EPCs and owners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0116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and procure for the full plant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834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offering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Approved-vendor status and project support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AXE adds value: logistics, inventory and project coordination at the OEM level [confirm with Phil/Bob]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PowerGen  |  Anixter Global Accounts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and partnership opportunities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growth is long-lived and gas-heavy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20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is strong across the plant, and on the OEM side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06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joint plan beats parallel pursuits of the same projects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7490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Southwire into AXE's Gas Power Projects and build a joint strategy around their target list.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Southwire PowerGen  |  Anixter Global Accounts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 Hardt  |  Marc Hall  |  Phil Metz  |  Bob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Southwire PowerGen x Anixter Global Accounts</dc:title>
  <dc:subject>PptxGenJS Presentation</dc:subject>
  <dc:creator>PptxGenJS</dc:creator>
  <cp:lastModifiedBy>PptxGenJS</cp:lastModifiedBy>
  <cp:revision>1</cp:revision>
  <dcterms:created xsi:type="dcterms:W3CDTF">2026-09-29T17:26:23Z</dcterms:created>
  <dcterms:modified xsi:type="dcterms:W3CDTF">2026-09-29T17:26:23Z</dcterms:modified>
</cp:coreProperties>
</file>