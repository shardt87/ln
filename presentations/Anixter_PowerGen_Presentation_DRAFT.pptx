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Backlog (GW)</c:v>
                </c:pt>
              </c:strCache>
            </c:strRef>
          </c:tx>
          <c:spPr>
            <a:solidFill>
              <a:srgbClr val="C874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GE Vernova</c:v>
                  </c:pt>
                  <c:pt idx="1">
                    <c:v>Siemens Energy</c:v>
                  </c:pt>
                  <c:pt idx="2">
                    <c:v>Mitsubishi Heavy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69</c:v>
                </c:pt>
                <c:pt idx="2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Set the objective: align Southwire PowerGen and AXE on where growth is, and land one concrete ask. Presenters: Stephan and Marc; Phil and Bob support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agenda quickly. Q&amp;A closes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the figures from last month's PG call deck. Source each number on the slide before Friday. Placeholders in brackets must be replaced.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Message: gas is the dispatchable foundation; renewables are the intermittent layer, and geothermal, nuclear and other sources sit on top. Bridge to the pipeline: this is why gas projects drive our wire and cable opportunity. Confirm the claims on fastest firm capacity to build with data before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in the pipeline data and market sizing. Right-hand column is the bridge to the ask: use AXE's target list once we have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plant left to right: fuel gas, gas turbine and generator, HRSG and steam turbine, then step-up transformer and switchyard to the grid. Numbered callouts are the cable applications, and match the product line card on the next slide. Schematic is a simplified combined-cycle plant. Confirm product mapping with the product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categories. Swap in the official one-page PowerGen line card and attach it as a leave-behind.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Backlogs: GE Vernova 116 GW (June 2026), Siemens Energy 69 GW (June 30), Mitsubishi Heavy 35 GW large-frame (Aug 6). Behind-the-meter figure is from Cleanview via press. Verify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from Stephan's reply to Marc. Agree with Marc on other expectations of AXE before Friday and add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Phil and Bob help field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Powering the Next Generation of Generation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and Anixter: joint opportunity in traditional power generation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Anixter Global Accounts Meeting  |  Tuesday, October 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demand outlook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10-15 years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pipeline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&amp; cable market size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gas plant tour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Southwire is strong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4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line card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 offering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4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 overview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mfrs to packagers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4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partnership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53212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together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power demand is climbing, gas is answering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~166 GW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US peak load growth by 2030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8328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GW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growth tied to data centers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7220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 yrs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turbine lead time; OEM backlogs run ~5 yrs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driving it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and AI load growth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Electrification, reshoring and industrial demand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 capacity needed to firm up renewables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Grid Strategies National Load Growth Report 2025 (utility forecasts; analysts see data center growth nearer 65 GW); OEM backlog reports, 2026.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is the foundation of the power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and wind: variable output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10512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901952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but limited sites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63824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255264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Nuclear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55264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long lead times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17136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08576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Storage, hydro, biomass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294376" cy="155448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GAS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566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Dispatchable, on-demand capacity that firms up and balances every other source on the grid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gas is the base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169164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when the wind and sun do not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Ramps fast to follow data center and peak 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firm capacity to build at scale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build needs wire and cable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in queue and the wire &amp; cable prize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power projects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IPP build-out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development: ~378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construction: ~52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data centers: ~189 GW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On-site and packaged gas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Behind-the-meter for data centers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planned, 46 projects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Microsoft: 5+ GW signed in 2026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units: 12-15 mo delivery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AXE and Southwire overlap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target accounts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target list: to be shared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data center-linked gas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account plan per project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Global Energy Monitor (H1 2026); Cleanview BTM tracker; press reports. Wire &amp; cable $ sizing: Southwire estimate.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tour: Southwire across a gas plant</a:t>
            </a:r>
            <a:endParaRPr lang="en-US" sz="2600" dirty="0"/>
          </a:p>
        </p:txBody>
      </p:sp>
      <p:pic>
        <p:nvPicPr>
          <p:cNvPr id="3" name="Image 0" descr="/home/user/ln/presentations/plant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840" dirty="0"/>
          </a:p>
        </p:txBody>
      </p:sp>
      <p:sp>
        <p:nvSpPr>
          <p:cNvPr id="6" name="Text 3"/>
          <p:cNvSpPr txBox="1"/>
          <p:nvPr/>
        </p:nvSpPr>
        <p:spPr>
          <a:xfrm>
            <a:off x="80467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/ HV power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10312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0312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40" dirty="0"/>
          </a:p>
        </p:txBody>
      </p:sp>
      <p:sp>
        <p:nvSpPr>
          <p:cNvPr id="9" name="Text 6"/>
          <p:cNvSpPr txBox="1"/>
          <p:nvPr/>
        </p:nvSpPr>
        <p:spPr>
          <a:xfrm>
            <a:off x="245059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&amp; instrumentation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74904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409651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power &amp; auxiliaries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9496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9496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574243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grid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04088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738835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Hazardous-area cable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PowerGen product line card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voltage power cable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2900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6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and instrumentation cable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voltage power and auxiliary cable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and bare conductor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Hazardous-area and specialty cable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03504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wire and MC cable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1-5 match the plant diagram.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market: who builds the plant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gas turbine backlog (GW)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36576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0" y="1280160"/>
            <a:ext cx="4114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709160" y="13258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Turbine OEMs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Vernova, Siemens Energy, Mitsubishi Heavy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MV, LV and control cable for OEM-built equipment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0" y="2240280"/>
            <a:ext cx="4114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709160" y="22860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Packagers and engine makers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Turbines (Caterpillar), Wartsila, energy-as-a-service developers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packaged and pre-terminated cable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0" y="3200400"/>
            <a:ext cx="4114800" cy="82296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709160" y="32461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center on-site power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 behind-the-meter, 46 projects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full plant cable package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AXE adds value: logistics, inventory and project coordination for OEMs and packagers (to discuss).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4622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OEM Q2 2026 reports (GE Vernova, Siemens Energy, Mitsubishi Heavy); Cleanview BTM tracker; press reports.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 and partnership opportunities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growth is long-lived and gas-heavy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20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is strong across the plant, and on the OEM side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606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plan beats parallel pursuits of the same projects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1143000"/>
          </a:xfrm>
          <a:prstGeom prst="roundRect">
            <a:avLst>
              <a:gd name="adj" fmla="val 8000"/>
            </a:avLst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Southwire into AXE's Gas Power Projects and build a joint strategy around their target list.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 Hardt  |  Marc Hall  |  Phil Metz  |  Bob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Southwire PowerGen x Anixter Global Accounts</dc:title>
  <dc:subject>PptxGenJS Presentation</dc:subject>
  <dc:creator>PptxGenJS</dc:creator>
  <cp:lastModifiedBy>PptxGenJS</cp:lastModifiedBy>
  <cp:revision>1</cp:revision>
  <dcterms:created xsi:type="dcterms:W3CDTF">2026-09-29T17:38:31Z</dcterms:created>
  <dcterms:modified xsi:type="dcterms:W3CDTF">2026-09-29T17:38:31Z</dcterms:modified>
</cp:coreProperties>
</file>