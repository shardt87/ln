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Set the objective: align Southwire PowerGen and AXE on where growth is, and land one concrete ask. Presenters: Stephan and Marc; Phil and Bob support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agenda quickly. Q&amp;A closes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Refresh the figures from last month's PG call deck. Source each number on the slide before Friday. Placeholders in brackets must be replaced.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in the pipeline data and market sizing. Right-hand column is the bridge to the ask: use AXE's target list once we have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this grid with a plant schematic graphic (new slide needed). Zone names and product mapping are draft: confirm with product team. Click through each callout.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categories. Swap in the official one-page PowerGen line card and attach it as a leave-behind.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Pull from the OEM equipment and plant zones work. The EPC column is an addition Marc did not list: cut it if it distracts.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from Stephan's reply to Marc. Agree with Marc on other expectations of AXE before Friday and add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Phil and Bob help field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POWERGEN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Powering the Next Generation of Generation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and Anixter: joint opportunity in traditional power generation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Anixter Global Accounts Meeting  |  Tuesday, October 6,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50876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4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453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demand outlook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801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10-15 years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50876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40" dirty="0"/>
          </a:p>
        </p:txBody>
      </p:sp>
      <p:sp>
        <p:nvSpPr>
          <p:cNvPr id="11" name="Text 9"/>
          <p:cNvSpPr txBox="1"/>
          <p:nvPr/>
        </p:nvSpPr>
        <p:spPr>
          <a:xfrm>
            <a:off x="5532120" y="1453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pipeline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532120" y="1801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&amp; cable market size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56032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4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505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 gas plant tour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852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Southwire is strong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37744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256032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40" dirty="0"/>
          </a:p>
        </p:txBody>
      </p:sp>
      <p:sp>
        <p:nvSpPr>
          <p:cNvPr id="21" name="Text 19"/>
          <p:cNvSpPr txBox="1"/>
          <p:nvPr/>
        </p:nvSpPr>
        <p:spPr>
          <a:xfrm>
            <a:off x="5532120" y="2505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line card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2852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PowerGen offering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361188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4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35570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OEM market overview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mfrs to packagers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290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361188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40" dirty="0"/>
          </a:p>
        </p:txBody>
      </p:sp>
      <p:sp>
        <p:nvSpPr>
          <p:cNvPr id="31" name="Text 29"/>
          <p:cNvSpPr txBox="1"/>
          <p:nvPr/>
        </p:nvSpPr>
        <p:spPr>
          <a:xfrm>
            <a:off x="5532120" y="35570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&amp; partnership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553212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go together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demand is set to climb for 15 years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[XX] GW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added US generation demand by 2040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38328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[XX]%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growth from data centers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17220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[XX] yrs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gas plant lead time to COD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driving it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747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and AI load growth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Electrification, reshoring and industrial demand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Dispatchable capacity needed to firm up renewables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in queue and the wire &amp; cable prize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power projects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cycle and peakers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in queue: [XX]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Capacity: [XX] GW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wire &amp; cable market: $[XX]M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traditional PG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Repowering, cogeneration, on-site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in queue: [XX]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Capacity: [XX] GW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wire &amp; cable market: $[XX]M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0F1B2D"/>
          </a:solidFill>
          <a:ln w="9525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AXE and Southwire overlap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target accounts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target list: [XX] projects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 of focus: [list]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 bids: [list]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 tour: where Southwire shows up in a gas plant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1B2C45"/>
          </a:solidFill>
          <a:ln w="12700">
            <a:solidFill>
              <a:srgbClr val="3449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44752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447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6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40817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turbine &amp; generator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 / LV power and control cables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28016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1B2C45"/>
          </a:solidFill>
          <a:ln w="12700">
            <a:solidFill>
              <a:srgbClr val="3449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10712" y="1444752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10712" y="14447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6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40817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Step-up &amp; switchyard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10712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voltage and grounding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35040" y="128016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1B2C45"/>
          </a:solidFill>
          <a:ln w="12700">
            <a:solidFill>
              <a:srgbClr val="3449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99632" y="1444752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99632" y="14447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6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40817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of plant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199632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Power, lighting, communications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88036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1B2C45"/>
          </a:solidFill>
          <a:ln w="12700">
            <a:solidFill>
              <a:srgbClr val="3449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" y="3044952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3044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6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00837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&amp; instrumentation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3657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Instrumentation and control cable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46120" y="288036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1B2C45"/>
          </a:solidFill>
          <a:ln w="12700">
            <a:solidFill>
              <a:srgbClr val="34496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10712" y="3044952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10712" y="3044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6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300837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Fuel gas &amp; auxiliaries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410712" y="3657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Hazardous-area rated cable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035040" y="288036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1B2C45"/>
          </a:solidFill>
          <a:ln w="12700">
            <a:solidFill>
              <a:srgbClr val="34496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99632" y="3044952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99632" y="3044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6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300837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Plant electrical building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199632" y="3657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Switchgear feeders and MCC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PowerGen product line card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6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 voltage power cable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4612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2900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6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voltage power cable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6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and instrumentation cable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6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 and bare conductor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24612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2900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900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wire and MC cable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03504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6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Specialty and hazardous-area cable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OEM market: from equipment makers to packagers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Equipment manufacturers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40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Turbines, generators, switchgear, transformers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346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offering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for OEM-built equipment and skids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21945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246120" y="1280160"/>
            <a:ext cx="26060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429000" y="1417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packagers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01168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240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Skid-mounted and modular power systems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8346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offering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 and pre-terminated solutions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21945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035040" y="1280160"/>
            <a:ext cx="26060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217920" y="1417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EPCs and owners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01168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240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and procure for the full plant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8346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offering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Approved-vendor status and project support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AXE adds value: logistics, inventory and project coordination at the OEM level [confirm with Phil/Bob]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 and partnership opportunities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344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growth is long-lived and gas-heavy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9202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is strong across the plant, and on the OEM side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606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joint plan beats parallel pursuits of the same projects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1143000"/>
          </a:xfrm>
          <a:prstGeom prst="roundRect">
            <a:avLst>
              <a:gd name="adj" fmla="val 8000"/>
            </a:avLst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7490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 Southwire into AXE's Gas Power Projects and build a joint strategy around their target list.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Stephan Hardt  |  Marc Hall  |  Phil Metz  |  Bob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Southwire PowerGen x Anixter Global Accounts</dc:title>
  <dc:subject>PptxGenJS Presentation</dc:subject>
  <dc:creator>PptxGenJS</dc:creator>
  <cp:lastModifiedBy>PptxGenJS</cp:lastModifiedBy>
  <cp:revision>1</cp:revision>
  <dcterms:created xsi:type="dcterms:W3CDTF">2026-09-29T17:16:42Z</dcterms:created>
  <dcterms:modified xsi:type="dcterms:W3CDTF">2026-09-29T17:16:42Z</dcterms:modified>
</cp:coreProperties>
</file>