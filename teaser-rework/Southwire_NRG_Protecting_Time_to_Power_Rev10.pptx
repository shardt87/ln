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  <p:sldId id="273" r:id="rI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  <Relationship Id="rId4" Type="http://schemas.openxmlformats.org/officeDocument/2006/relationships/slide" Target="slides/slide18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  <p:sp>
        <p:nvSpPr>
          <p:cNvPr id="300" name="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 xmlns:a="http://schemas.openxmlformats.org/drawingml/2006/main"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SUGGESTED FIRST SCOPE:  </a:t>
            </a:r>
            <a:r xmlns:a="http://schemas.openxmlformats.org/drawingml/2006/main">
              <a:rPr sz="10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CEDAR BAYOU 5 — ACTIVE TEF UNIT, MID-2028 COD</a:t>
            </a:r>
            <a:r xmlns:a="http://schemas.openxmlformats.org/drawingml/2006/main">
              <a:rPr sz="1050" b="1" i="0">
                <a:solidFill>
                  <a:srgbClr val="6A6F73"/>
                </a:solidFill>
                <a:latin typeface="Arial Narrow"/>
                <a:ea typeface="Arial Narrow"/>
                <a:cs typeface="Arial Narrow"/>
              </a:rPr>
              <a:t>   ·   OUR SUGGESTION, YOUR CALL   ·   DETAIL IN APPENDIX A9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A9 · PROJECT OF INTEREST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18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CEDAR BAYOU UNIT 5 · BAYTOWN, TEXAS (CHAMBERS COUNTY)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5 is the natural first live scope.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PROJECT FACTS — VALIDATED AUG 2026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721 MW CCGT · BROWNFIELD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$562M TEF LOAN · 3% · 20-YEAR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COD TARGET MID-2028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EPC: TIC / KIEWIT · OEM: GE VERNOVA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POTENTIAL SCOPE SELECTIONS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19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1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3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5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7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9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31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4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IN ACTIVE PROCUREMENT NOW — THE OBVIOUS CANDIDATE FOR THE ONE-LIVE-SCOPE VALIDATION PATH ON SLIDE 8.</a:t>
            </a:r>
          </a:p>
        </p:txBody>
      </p:sp>
    </p:spTree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